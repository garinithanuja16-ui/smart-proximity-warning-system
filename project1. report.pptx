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7"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FF49FC-51B3-46BC-9B31-ADB024C99608}" type="datetimeFigureOut">
              <a:rPr lang="en-IN" smtClean="0"/>
              <a:t>25-10-2026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AC742F-7CD1-4C0C-9A0F-56F78C9913B2}" type="slidenum">
              <a:rPr lang="en-IN" smtClean="0"/>
              <a:t>‹#›</a:t>
            </a:fld>
            <a:endParaRPr lang="en-IN"/>
          </a:p>
        </p:txBody>
      </p:sp>
    </p:spTree>
    <p:extLst>
      <p:ext uri="{BB962C8B-B14F-4D97-AF65-F5344CB8AC3E}">
        <p14:creationId xmlns:p14="http://schemas.microsoft.com/office/powerpoint/2010/main" val="1471027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83FF49FC-51B3-46BC-9B31-ADB024C99608}" type="datetimeFigureOut">
              <a:rPr lang="en-IN" smtClean="0"/>
              <a:t>25-10-2026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AC742F-7CD1-4C0C-9A0F-56F78C9913B2}" type="slidenum">
              <a:rPr lang="en-IN" smtClean="0"/>
              <a:t>‹#›</a:t>
            </a:fld>
            <a:endParaRPr lang="en-IN"/>
          </a:p>
        </p:txBody>
      </p:sp>
    </p:spTree>
    <p:extLst>
      <p:ext uri="{BB962C8B-B14F-4D97-AF65-F5344CB8AC3E}">
        <p14:creationId xmlns:p14="http://schemas.microsoft.com/office/powerpoint/2010/main" val="3001614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FF49FC-51B3-46BC-9B31-ADB024C99608}" type="datetimeFigureOut">
              <a:rPr lang="en-IN" smtClean="0"/>
              <a:t>25-10-2026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AC742F-7CD1-4C0C-9A0F-56F78C9913B2}" type="slidenum">
              <a:rPr lang="en-IN" smtClean="0"/>
              <a:t>‹#›</a:t>
            </a:fld>
            <a:endParaRPr lang="en-IN"/>
          </a:p>
        </p:txBody>
      </p:sp>
    </p:spTree>
    <p:extLst>
      <p:ext uri="{BB962C8B-B14F-4D97-AF65-F5344CB8AC3E}">
        <p14:creationId xmlns:p14="http://schemas.microsoft.com/office/powerpoint/2010/main" val="717795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3FF49FC-51B3-46BC-9B31-ADB024C99608}" type="datetimeFigureOut">
              <a:rPr lang="en-IN" smtClean="0"/>
              <a:t>25-10-2026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AAC742F-7CD1-4C0C-9A0F-56F78C9913B2}" type="slidenum">
              <a:rPr lang="en-IN" smtClean="0"/>
              <a:t>‹#›</a:t>
            </a:fld>
            <a:endParaRPr lang="en-IN"/>
          </a:p>
        </p:txBody>
      </p:sp>
    </p:spTree>
    <p:extLst>
      <p:ext uri="{BB962C8B-B14F-4D97-AF65-F5344CB8AC3E}">
        <p14:creationId xmlns:p14="http://schemas.microsoft.com/office/powerpoint/2010/main" val="790566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3FF49FC-51B3-46BC-9B31-ADB024C99608}" type="datetimeFigureOut">
              <a:rPr lang="en-IN" smtClean="0"/>
              <a:t>25-10-2026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AAC742F-7CD1-4C0C-9A0F-56F78C9913B2}" type="slidenum">
              <a:rPr lang="en-IN" smtClean="0"/>
              <a:t>‹#›</a:t>
            </a:fld>
            <a:endParaRPr lang="en-IN"/>
          </a:p>
        </p:txBody>
      </p:sp>
    </p:spTree>
    <p:extLst>
      <p:ext uri="{BB962C8B-B14F-4D97-AF65-F5344CB8AC3E}">
        <p14:creationId xmlns:p14="http://schemas.microsoft.com/office/powerpoint/2010/main" val="1471333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3FF49FC-51B3-46BC-9B31-ADB024C99608}" type="datetimeFigureOut">
              <a:rPr lang="en-IN" smtClean="0"/>
              <a:t>25-10-2026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4AAC742F-7CD1-4C0C-9A0F-56F78C9913B2}" type="slidenum">
              <a:rPr lang="en-IN" smtClean="0"/>
              <a:t>‹#›</a:t>
            </a:fld>
            <a:endParaRPr lang="en-IN"/>
          </a:p>
        </p:txBody>
      </p:sp>
    </p:spTree>
    <p:extLst>
      <p:ext uri="{BB962C8B-B14F-4D97-AF65-F5344CB8AC3E}">
        <p14:creationId xmlns:p14="http://schemas.microsoft.com/office/powerpoint/2010/main" val="3311930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3FF49FC-51B3-46BC-9B31-ADB024C99608}" type="datetimeFigureOut">
              <a:rPr lang="en-IN" smtClean="0"/>
              <a:t>25-10-2026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4AAC742F-7CD1-4C0C-9A0F-56F78C9913B2}" type="slidenum">
              <a:rPr lang="en-IN" smtClean="0"/>
              <a:t>‹#›</a:t>
            </a:fld>
            <a:endParaRPr lang="en-IN"/>
          </a:p>
        </p:txBody>
      </p:sp>
    </p:spTree>
    <p:extLst>
      <p:ext uri="{BB962C8B-B14F-4D97-AF65-F5344CB8AC3E}">
        <p14:creationId xmlns:p14="http://schemas.microsoft.com/office/powerpoint/2010/main" val="3441474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3FF49FC-51B3-46BC-9B31-ADB024C99608}" type="datetimeFigureOut">
              <a:rPr lang="en-IN" smtClean="0"/>
              <a:t>25-10-2026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4AAC742F-7CD1-4C0C-9A0F-56F78C9913B2}" type="slidenum">
              <a:rPr lang="en-IN" smtClean="0"/>
              <a:t>‹#›</a:t>
            </a:fld>
            <a:endParaRPr lang="en-IN"/>
          </a:p>
        </p:txBody>
      </p:sp>
    </p:spTree>
    <p:extLst>
      <p:ext uri="{BB962C8B-B14F-4D97-AF65-F5344CB8AC3E}">
        <p14:creationId xmlns:p14="http://schemas.microsoft.com/office/powerpoint/2010/main" val="4015526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FF49FC-51B3-46BC-9B31-ADB024C99608}" type="datetimeFigureOut">
              <a:rPr lang="en-IN" smtClean="0"/>
              <a:t>25-10-2026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AAC742F-7CD1-4C0C-9A0F-56F78C9913B2}" type="slidenum">
              <a:rPr lang="en-IN" smtClean="0"/>
              <a:t>‹#›</a:t>
            </a:fld>
            <a:endParaRPr lang="en-IN"/>
          </a:p>
        </p:txBody>
      </p:sp>
    </p:spTree>
    <p:extLst>
      <p:ext uri="{BB962C8B-B14F-4D97-AF65-F5344CB8AC3E}">
        <p14:creationId xmlns:p14="http://schemas.microsoft.com/office/powerpoint/2010/main" val="1751769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FF49FC-51B3-46BC-9B31-ADB024C99608}" type="datetimeFigureOut">
              <a:rPr lang="en-IN" smtClean="0"/>
              <a:t>25-10-2026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AAC742F-7CD1-4C0C-9A0F-56F78C9913B2}" type="slidenum">
              <a:rPr lang="en-IN" smtClean="0"/>
              <a:t>‹#›</a:t>
            </a:fld>
            <a:endParaRPr lang="en-IN"/>
          </a:p>
        </p:txBody>
      </p:sp>
    </p:spTree>
    <p:extLst>
      <p:ext uri="{BB962C8B-B14F-4D97-AF65-F5344CB8AC3E}">
        <p14:creationId xmlns:p14="http://schemas.microsoft.com/office/powerpoint/2010/main" val="402268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3FF49FC-51B3-46BC-9B31-ADB024C99608}" type="datetimeFigureOut">
              <a:rPr lang="en-IN" smtClean="0"/>
              <a:t>25-10-2026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AC742F-7CD1-4C0C-9A0F-56F78C9913B2}" type="slidenum">
              <a:rPr lang="en-IN" smtClean="0"/>
              <a:t>‹#›</a:t>
            </a:fld>
            <a:endParaRPr lang="en-IN"/>
          </a:p>
        </p:txBody>
      </p:sp>
    </p:spTree>
    <p:extLst>
      <p:ext uri="{BB962C8B-B14F-4D97-AF65-F5344CB8AC3E}">
        <p14:creationId xmlns:p14="http://schemas.microsoft.com/office/powerpoint/2010/main" val="36982735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3FF49FC-51B3-46BC-9B31-ADB024C99608}" type="datetimeFigureOut">
              <a:rPr lang="en-IN" smtClean="0"/>
              <a:t>25-10-2026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AC742F-7CD1-4C0C-9A0F-56F78C9913B2}"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6745440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FF49FC-51B3-46BC-9B31-ADB024C99608}" type="datetimeFigureOut">
              <a:rPr lang="en-IN" smtClean="0"/>
              <a:t>25-10-2026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AC742F-7CD1-4C0C-9A0F-56F78C9913B2}" type="slidenum">
              <a:rPr lang="en-IN" smtClean="0"/>
              <a:t>‹#›</a:t>
            </a:fld>
            <a:endParaRPr lang="en-IN"/>
          </a:p>
        </p:txBody>
      </p:sp>
    </p:spTree>
    <p:extLst>
      <p:ext uri="{BB962C8B-B14F-4D97-AF65-F5344CB8AC3E}">
        <p14:creationId xmlns:p14="http://schemas.microsoft.com/office/powerpoint/2010/main" val="22524860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3FF49FC-51B3-46BC-9B31-ADB024C99608}" type="datetimeFigureOut">
              <a:rPr lang="en-IN" smtClean="0"/>
              <a:t>25-10-2026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AC742F-7CD1-4C0C-9A0F-56F78C9913B2}" type="slidenum">
              <a:rPr lang="en-IN" smtClean="0"/>
              <a:t>‹#›</a:t>
            </a:fld>
            <a:endParaRPr lang="en-IN"/>
          </a:p>
        </p:txBody>
      </p:sp>
    </p:spTree>
    <p:extLst>
      <p:ext uri="{BB962C8B-B14F-4D97-AF65-F5344CB8AC3E}">
        <p14:creationId xmlns:p14="http://schemas.microsoft.com/office/powerpoint/2010/main" val="10181802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3FF49FC-51B3-46BC-9B31-ADB024C99608}" type="datetimeFigureOut">
              <a:rPr lang="en-IN" smtClean="0"/>
              <a:t>25-10-2026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AC742F-7CD1-4C0C-9A0F-56F78C9913B2}" type="slidenum">
              <a:rPr lang="en-IN" smtClean="0"/>
              <a:t>‹#›</a:t>
            </a:fld>
            <a:endParaRPr lang="en-IN"/>
          </a:p>
        </p:txBody>
      </p:sp>
    </p:spTree>
    <p:extLst>
      <p:ext uri="{BB962C8B-B14F-4D97-AF65-F5344CB8AC3E}">
        <p14:creationId xmlns:p14="http://schemas.microsoft.com/office/powerpoint/2010/main" val="26953390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FF49FC-51B3-46BC-9B31-ADB024C99608}" type="datetimeFigureOut">
              <a:rPr lang="en-IN" smtClean="0"/>
              <a:t>25-10-2026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AC742F-7CD1-4C0C-9A0F-56F78C9913B2}" type="slidenum">
              <a:rPr lang="en-IN" smtClean="0"/>
              <a:t>‹#›</a:t>
            </a:fld>
            <a:endParaRPr lang="en-IN"/>
          </a:p>
        </p:txBody>
      </p:sp>
    </p:spTree>
    <p:extLst>
      <p:ext uri="{BB962C8B-B14F-4D97-AF65-F5344CB8AC3E}">
        <p14:creationId xmlns:p14="http://schemas.microsoft.com/office/powerpoint/2010/main" val="37486854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FF49FC-51B3-46BC-9B31-ADB024C99608}" type="datetimeFigureOut">
              <a:rPr lang="en-IN" smtClean="0"/>
              <a:t>25-10-2026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AC742F-7CD1-4C0C-9A0F-56F78C9913B2}" type="slidenum">
              <a:rPr lang="en-IN" smtClean="0"/>
              <a:t>‹#›</a:t>
            </a:fld>
            <a:endParaRPr lang="en-IN"/>
          </a:p>
        </p:txBody>
      </p:sp>
    </p:spTree>
    <p:extLst>
      <p:ext uri="{BB962C8B-B14F-4D97-AF65-F5344CB8AC3E}">
        <p14:creationId xmlns:p14="http://schemas.microsoft.com/office/powerpoint/2010/main" val="319101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3FF49FC-51B3-46BC-9B31-ADB024C99608}" type="datetimeFigureOut">
              <a:rPr lang="en-IN" smtClean="0"/>
              <a:t>25-10-2026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AAC742F-7CD1-4C0C-9A0F-56F78C9913B2}" type="slidenum">
              <a:rPr lang="en-IN" smtClean="0"/>
              <a:t>‹#›</a:t>
            </a:fld>
            <a:endParaRPr lang="en-IN"/>
          </a:p>
        </p:txBody>
      </p:sp>
    </p:spTree>
    <p:extLst>
      <p:ext uri="{BB962C8B-B14F-4D97-AF65-F5344CB8AC3E}">
        <p14:creationId xmlns:p14="http://schemas.microsoft.com/office/powerpoint/2010/main" val="3189279621"/>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D57D9-7624-078C-EC64-F8B8341A1B4E}"/>
              </a:ext>
            </a:extLst>
          </p:cNvPr>
          <p:cNvSpPr>
            <a:spLocks noGrp="1"/>
          </p:cNvSpPr>
          <p:nvPr>
            <p:ph type="ctrTitle"/>
          </p:nvPr>
        </p:nvSpPr>
        <p:spPr/>
        <p:txBody>
          <a:bodyPr/>
          <a:lstStyle/>
          <a:p>
            <a:r>
              <a:rPr lang="en-IN" dirty="0"/>
              <a:t>SMART PROXIMITY </a:t>
            </a:r>
            <a:br>
              <a:rPr lang="en-IN" dirty="0"/>
            </a:br>
            <a:r>
              <a:rPr lang="en-IN" dirty="0"/>
              <a:t>WARNING SYSTEM FOR DEAF DRIVERS</a:t>
            </a:r>
          </a:p>
        </p:txBody>
      </p:sp>
      <p:sp>
        <p:nvSpPr>
          <p:cNvPr id="3" name="Subtitle 2">
            <a:extLst>
              <a:ext uri="{FF2B5EF4-FFF2-40B4-BE49-F238E27FC236}">
                <a16:creationId xmlns:a16="http://schemas.microsoft.com/office/drawing/2014/main" id="{696BE19B-B405-32A6-3DEE-6762E45CFE77}"/>
              </a:ext>
            </a:extLst>
          </p:cNvPr>
          <p:cNvSpPr>
            <a:spLocks noGrp="1"/>
          </p:cNvSpPr>
          <p:nvPr>
            <p:ph type="subTitle" idx="1"/>
          </p:nvPr>
        </p:nvSpPr>
        <p:spPr/>
        <p:txBody>
          <a:bodyPr/>
          <a:lstStyle/>
          <a:p>
            <a:r>
              <a:rPr lang="en-IN" dirty="0" err="1"/>
              <a:t>SubMItted</a:t>
            </a:r>
            <a:r>
              <a:rPr lang="en-IN" dirty="0"/>
              <a:t> by : </a:t>
            </a:r>
            <a:r>
              <a:rPr lang="en-IN" dirty="0" err="1"/>
              <a:t>g.Thanuja</a:t>
            </a:r>
            <a:endParaRPr lang="en-IN" dirty="0"/>
          </a:p>
          <a:p>
            <a:r>
              <a:rPr lang="en-IN" dirty="0"/>
              <a:t>Dep: electronic and communication engineering</a:t>
            </a:r>
          </a:p>
        </p:txBody>
      </p:sp>
    </p:spTree>
    <p:extLst>
      <p:ext uri="{BB962C8B-B14F-4D97-AF65-F5344CB8AC3E}">
        <p14:creationId xmlns:p14="http://schemas.microsoft.com/office/powerpoint/2010/main" val="921477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EA066-814A-50AD-12D1-D22ECE456E7D}"/>
              </a:ext>
            </a:extLst>
          </p:cNvPr>
          <p:cNvSpPr>
            <a:spLocks noGrp="1"/>
          </p:cNvSpPr>
          <p:nvPr>
            <p:ph type="title"/>
          </p:nvPr>
        </p:nvSpPr>
        <p:spPr>
          <a:xfrm>
            <a:off x="678426" y="1140543"/>
            <a:ext cx="9302187" cy="2288458"/>
          </a:xfrm>
        </p:spPr>
        <p:txBody>
          <a:bodyPr/>
          <a:lstStyle/>
          <a:p>
            <a:r>
              <a:rPr lang="en-IN" dirty="0"/>
              <a:t>INTRODUCTION</a:t>
            </a:r>
          </a:p>
        </p:txBody>
      </p:sp>
      <p:sp>
        <p:nvSpPr>
          <p:cNvPr id="3" name="Text Placeholder 2">
            <a:extLst>
              <a:ext uri="{FF2B5EF4-FFF2-40B4-BE49-F238E27FC236}">
                <a16:creationId xmlns:a16="http://schemas.microsoft.com/office/drawing/2014/main" id="{38976626-3204-DA2D-7530-B56A4EA8BF57}"/>
              </a:ext>
            </a:extLst>
          </p:cNvPr>
          <p:cNvSpPr>
            <a:spLocks noGrp="1"/>
          </p:cNvSpPr>
          <p:nvPr>
            <p:ph type="body" sz="half" idx="2"/>
          </p:nvPr>
        </p:nvSpPr>
        <p:spPr>
          <a:xfrm>
            <a:off x="599769" y="2487561"/>
            <a:ext cx="9380844" cy="2527404"/>
          </a:xfrm>
        </p:spPr>
        <p:txBody>
          <a:bodyPr>
            <a:normAutofit fontScale="77500" lnSpcReduction="20000"/>
          </a:bodyPr>
          <a:lstStyle/>
          <a:p>
            <a:r>
              <a:rPr lang="en-IN" dirty="0"/>
              <a:t> </a:t>
            </a:r>
            <a:endParaRPr lang="en-US" dirty="0"/>
          </a:p>
          <a:p>
            <a:r>
              <a:rPr lang="en-US" dirty="0"/>
              <a:t>Deaf drivers may not hear horns, sirens, or other important sounds on the road. This can make it difficult for them to notice potential dangers. Therefore, a Smart Proximity Warning System for Deaf Drivers using the 8051 Microcontroller is proposed to detect nearby obstacles and provide visual warnings through LEDs.</a:t>
            </a:r>
            <a:endParaRPr lang="en-IN" dirty="0"/>
          </a:p>
          <a:p>
            <a:r>
              <a:rPr lang="en-US" dirty="0"/>
              <a:t>This project uses an ultrasonic sensor to detect nearby obstacles and an 8051 microcontroller to process the sensor signals. Based on the detected distance, the system is intended to activate visual warning indicators using green, yellow, and red LEDs to represent safe, warning, and danger conditions.</a:t>
            </a:r>
          </a:p>
          <a:p>
            <a:r>
              <a:rPr lang="en-US" dirty="0"/>
              <a:t>The main aim of this project is to provide a simple and affordable visual warning system that helps deaf drivers become more aware of nearby obstacles. It demonstrates how embedded systems can support people with disabilities and contribute to safer driving.</a:t>
            </a:r>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30124079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74AEF-AC4D-24B1-1515-86560212DA2A}"/>
              </a:ext>
            </a:extLst>
          </p:cNvPr>
          <p:cNvSpPr>
            <a:spLocks noGrp="1"/>
          </p:cNvSpPr>
          <p:nvPr>
            <p:ph type="title"/>
          </p:nvPr>
        </p:nvSpPr>
        <p:spPr>
          <a:xfrm>
            <a:off x="1154954" y="1447800"/>
            <a:ext cx="8825659" cy="1128252"/>
          </a:xfrm>
        </p:spPr>
        <p:txBody>
          <a:bodyPr/>
          <a:lstStyle/>
          <a:p>
            <a:r>
              <a:rPr lang="en-IN" dirty="0"/>
              <a:t>OBJECTIVES</a:t>
            </a:r>
          </a:p>
        </p:txBody>
      </p:sp>
      <p:sp>
        <p:nvSpPr>
          <p:cNvPr id="5" name="Text Placeholder 4">
            <a:extLst>
              <a:ext uri="{FF2B5EF4-FFF2-40B4-BE49-F238E27FC236}">
                <a16:creationId xmlns:a16="http://schemas.microsoft.com/office/drawing/2014/main" id="{268125E6-7293-3113-DFE4-319AD02BEB6F}"/>
              </a:ext>
            </a:extLst>
          </p:cNvPr>
          <p:cNvSpPr>
            <a:spLocks noGrp="1"/>
          </p:cNvSpPr>
          <p:nvPr>
            <p:ph type="body" sz="half" idx="2"/>
          </p:nvPr>
        </p:nvSpPr>
        <p:spPr>
          <a:xfrm>
            <a:off x="1154954" y="3765754"/>
            <a:ext cx="8825659" cy="2713704"/>
          </a:xfrm>
        </p:spPr>
        <p:txBody>
          <a:bodyPr>
            <a:normAutofit fontScale="85000" lnSpcReduction="10000"/>
          </a:bodyPr>
          <a:lstStyle/>
          <a:p>
            <a:r>
              <a:rPr lang="en-US" dirty="0"/>
              <a:t>The main objectives of the Smart Proximity Warning System for Deaf Drivers using the 8051 Microcontroller are:</a:t>
            </a:r>
          </a:p>
          <a:p>
            <a:pPr marL="342900" indent="-342900">
              <a:buAutoNum type="arabicPeriod"/>
            </a:pPr>
            <a:r>
              <a:rPr lang="en-US" dirty="0"/>
              <a:t>To detect nearby obstacles using an ultrasonic sensor.</a:t>
            </a:r>
          </a:p>
          <a:p>
            <a:pPr marL="342900" indent="-342900">
              <a:buAutoNum type="arabicPeriod"/>
            </a:pPr>
            <a:r>
              <a:rPr lang="en-US" dirty="0"/>
              <a:t>To process the sensor signals using the 8051 microcontroller.</a:t>
            </a:r>
          </a:p>
          <a:p>
            <a:pPr marL="342900" indent="-342900">
              <a:buAutoNum type="arabicPeriod"/>
            </a:pPr>
            <a:r>
              <a:rPr lang="en-US" dirty="0"/>
              <a:t> To provide visual warnings through LEDs when obstacles are detected.</a:t>
            </a:r>
          </a:p>
          <a:p>
            <a:pPr marL="342900" indent="-342900">
              <a:buAutoNum type="arabicPeriod"/>
            </a:pPr>
            <a:r>
              <a:rPr lang="en-US" dirty="0"/>
              <a:t> To improve obstacle awareness for drivers with hearing impairments</a:t>
            </a:r>
          </a:p>
          <a:p>
            <a:pPr marL="342900" indent="-342900">
              <a:buAutoNum type="arabicPeriod"/>
            </a:pPr>
            <a:r>
              <a:rPr lang="en-US" dirty="0"/>
              <a:t> To develop a simple and cost-effective embedded system for road safety </a:t>
            </a:r>
          </a:p>
          <a:p>
            <a:pPr marL="342900" indent="-342900">
              <a:buAutoNum type="arabicPeriod"/>
            </a:pPr>
            <a:r>
              <a:rPr lang="en-US" dirty="0"/>
              <a:t>To demonstrate the application of microcontrollers and sensors in assistive technology.</a:t>
            </a:r>
          </a:p>
          <a:p>
            <a:endParaRPr lang="en-US" dirty="0"/>
          </a:p>
          <a:p>
            <a:endParaRPr lang="en-US" dirty="0"/>
          </a:p>
          <a:p>
            <a:endParaRPr lang="en-US" dirty="0"/>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574090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4AF47-74B8-E0D5-BD51-C6E713AAD2E4}"/>
              </a:ext>
            </a:extLst>
          </p:cNvPr>
          <p:cNvSpPr>
            <a:spLocks noGrp="1"/>
          </p:cNvSpPr>
          <p:nvPr>
            <p:ph type="title"/>
          </p:nvPr>
        </p:nvSpPr>
        <p:spPr>
          <a:xfrm>
            <a:off x="766916" y="1447801"/>
            <a:ext cx="9213697" cy="921774"/>
          </a:xfrm>
        </p:spPr>
        <p:txBody>
          <a:bodyPr/>
          <a:lstStyle/>
          <a:p>
            <a:r>
              <a:rPr lang="en-IN" dirty="0"/>
              <a:t>PROPOSED SOLUTION</a:t>
            </a:r>
          </a:p>
        </p:txBody>
      </p:sp>
      <p:sp>
        <p:nvSpPr>
          <p:cNvPr id="3" name="Text Placeholder 2">
            <a:extLst>
              <a:ext uri="{FF2B5EF4-FFF2-40B4-BE49-F238E27FC236}">
                <a16:creationId xmlns:a16="http://schemas.microsoft.com/office/drawing/2014/main" id="{04BD98AA-2D2F-8B4B-CB87-EE9207FDCECB}"/>
              </a:ext>
            </a:extLst>
          </p:cNvPr>
          <p:cNvSpPr>
            <a:spLocks noGrp="1"/>
          </p:cNvSpPr>
          <p:nvPr>
            <p:ph type="body" sz="half" idx="2"/>
          </p:nvPr>
        </p:nvSpPr>
        <p:spPr>
          <a:xfrm>
            <a:off x="766916" y="3429000"/>
            <a:ext cx="9213697" cy="2590800"/>
          </a:xfrm>
        </p:spPr>
        <p:txBody>
          <a:bodyPr>
            <a:normAutofit fontScale="85000" lnSpcReduction="10000"/>
          </a:bodyPr>
          <a:lstStyle/>
          <a:p>
            <a:r>
              <a:rPr lang="en-US" dirty="0"/>
              <a:t>The proposed system, Smart Proximity Warning System for Deaf Drivers using the 8051 Microcontroller, is designed to detect nearby obstacles and provide visual warnings to drivers with hearing impairments.</a:t>
            </a:r>
          </a:p>
          <a:p>
            <a:r>
              <a:rPr lang="en-US" dirty="0"/>
              <a:t>The system uses an ultrasonic sensor (HC-SR04) to detect obstacles by transmitting ultrasonic waves and receiving their echoes. The sensor signals are processed by the 8051 microcontroller, which determines the distance to the obstacle using suitable distance-measurement logic.</a:t>
            </a:r>
          </a:p>
          <a:p>
            <a:r>
              <a:rPr lang="en-US" dirty="0"/>
              <a:t>Based on the measured distance, the microcontroller controls three LEDs to provide visual alerts. The green LED indicates a safe distance, the yellow LED indicates that an obstacle is approaching, and the red LED indicates that an obstacle is dangerously close.</a:t>
            </a:r>
          </a:p>
          <a:p>
            <a:endParaRPr lang="en-US" dirty="0"/>
          </a:p>
          <a:p>
            <a:endParaRPr lang="en-US" dirty="0"/>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3137281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612A79F5-05B9-5AE7-4793-48ACC5315A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2917" y="643467"/>
            <a:ext cx="8346166" cy="5571066"/>
          </a:xfrm>
          <a:prstGeom prst="rect">
            <a:avLst/>
          </a:prstGeom>
        </p:spPr>
      </p:pic>
      <p:sp>
        <p:nvSpPr>
          <p:cNvPr id="13" name="Rectangle 12">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 name="TextBox 4">
            <a:extLst>
              <a:ext uri="{FF2B5EF4-FFF2-40B4-BE49-F238E27FC236}">
                <a16:creationId xmlns:a16="http://schemas.microsoft.com/office/drawing/2014/main" id="{2C1E45E4-9293-849D-FF25-19E9E91F7775}"/>
              </a:ext>
            </a:extLst>
          </p:cNvPr>
          <p:cNvSpPr txBox="1"/>
          <p:nvPr/>
        </p:nvSpPr>
        <p:spPr>
          <a:xfrm>
            <a:off x="362957" y="-175468"/>
            <a:ext cx="6094324" cy="830997"/>
          </a:xfrm>
          <a:prstGeom prst="rect">
            <a:avLst/>
          </a:prstGeom>
          <a:noFill/>
        </p:spPr>
        <p:txBody>
          <a:bodyPr wrap="square">
            <a:spAutoFit/>
          </a:bodyPr>
          <a:lstStyle/>
          <a:p>
            <a:r>
              <a:rPr lang="en-IN" sz="4800" dirty="0"/>
              <a:t>CIRCUIT DIAGRAM</a:t>
            </a:r>
            <a:endParaRPr lang="en-IN" dirty="0"/>
          </a:p>
        </p:txBody>
      </p:sp>
    </p:spTree>
    <p:extLst>
      <p:ext uri="{BB962C8B-B14F-4D97-AF65-F5344CB8AC3E}">
        <p14:creationId xmlns:p14="http://schemas.microsoft.com/office/powerpoint/2010/main" val="1321319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BFD80-DBF6-D27F-BE55-586058E42BB2}"/>
              </a:ext>
            </a:extLst>
          </p:cNvPr>
          <p:cNvSpPr>
            <a:spLocks noGrp="1"/>
          </p:cNvSpPr>
          <p:nvPr>
            <p:ph type="title"/>
          </p:nvPr>
        </p:nvSpPr>
        <p:spPr>
          <a:xfrm>
            <a:off x="1154954" y="1447800"/>
            <a:ext cx="8825659" cy="970935"/>
          </a:xfrm>
        </p:spPr>
        <p:txBody>
          <a:bodyPr/>
          <a:lstStyle/>
          <a:p>
            <a:r>
              <a:rPr lang="en-IN" dirty="0"/>
              <a:t>EXPECTED OUTPUT</a:t>
            </a:r>
          </a:p>
        </p:txBody>
      </p:sp>
      <p:sp>
        <p:nvSpPr>
          <p:cNvPr id="3" name="Text Placeholder 2">
            <a:extLst>
              <a:ext uri="{FF2B5EF4-FFF2-40B4-BE49-F238E27FC236}">
                <a16:creationId xmlns:a16="http://schemas.microsoft.com/office/drawing/2014/main" id="{25446A28-15CD-4FE6-C29A-823AFB066FEB}"/>
              </a:ext>
            </a:extLst>
          </p:cNvPr>
          <p:cNvSpPr>
            <a:spLocks noGrp="1"/>
          </p:cNvSpPr>
          <p:nvPr>
            <p:ph type="body" sz="half" idx="2"/>
          </p:nvPr>
        </p:nvSpPr>
        <p:spPr>
          <a:xfrm>
            <a:off x="1154954" y="2330245"/>
            <a:ext cx="8825659" cy="3689555"/>
          </a:xfrm>
        </p:spPr>
        <p:txBody>
          <a:bodyPr/>
          <a:lstStyle/>
          <a:p>
            <a:r>
              <a:rPr lang="en-US" dirty="0"/>
              <a:t>The Smart Proximity Warning System for Deaf Drivers using the 8051 Microcontroller is expected to detect nearby obstacles using an ultrasonic sensor and provide visual warnings through three LEDs. </a:t>
            </a:r>
          </a:p>
          <a:p>
            <a:r>
              <a:rPr lang="en-US" dirty="0"/>
              <a:t>The expected outputs are:</a:t>
            </a:r>
          </a:p>
          <a:p>
            <a:pPr marL="342900" indent="-342900">
              <a:buAutoNum type="arabicPeriod"/>
            </a:pPr>
            <a:r>
              <a:rPr lang="en-US" dirty="0"/>
              <a:t>Safe Condition: The green LED turns ON when the obstacle is at a safe distance.</a:t>
            </a:r>
          </a:p>
          <a:p>
            <a:pPr marL="342900" indent="-342900">
              <a:buAutoNum type="arabicPeriod"/>
            </a:pPr>
            <a:r>
              <a:rPr lang="en-US" dirty="0"/>
              <a:t> Warning Condition: The yellow LED turns ON when the obstacle approaches the warning range.</a:t>
            </a:r>
          </a:p>
          <a:p>
            <a:pPr marL="342900" indent="-342900">
              <a:buAutoNum type="arabicPeriod"/>
            </a:pPr>
            <a:r>
              <a:rPr lang="en-US" dirty="0"/>
              <a:t> Danger Condition: The red LED turns ON when the obstacle is very close</a:t>
            </a:r>
            <a:endParaRPr lang="en-IN" dirty="0"/>
          </a:p>
        </p:txBody>
      </p:sp>
    </p:spTree>
    <p:extLst>
      <p:ext uri="{BB962C8B-B14F-4D97-AF65-F5344CB8AC3E}">
        <p14:creationId xmlns:p14="http://schemas.microsoft.com/office/powerpoint/2010/main" val="3660440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7FE8E-2B33-8A7B-17D6-7F69FC7A8009}"/>
              </a:ext>
            </a:extLst>
          </p:cNvPr>
          <p:cNvSpPr>
            <a:spLocks noGrp="1"/>
          </p:cNvSpPr>
          <p:nvPr>
            <p:ph type="title"/>
          </p:nvPr>
        </p:nvSpPr>
        <p:spPr>
          <a:xfrm>
            <a:off x="1154954" y="1447800"/>
            <a:ext cx="8825659" cy="1039761"/>
          </a:xfrm>
        </p:spPr>
        <p:txBody>
          <a:bodyPr/>
          <a:lstStyle/>
          <a:p>
            <a:r>
              <a:rPr lang="en-IN" dirty="0"/>
              <a:t>CONCLUSION</a:t>
            </a:r>
          </a:p>
        </p:txBody>
      </p:sp>
      <p:sp>
        <p:nvSpPr>
          <p:cNvPr id="3" name="Text Placeholder 2">
            <a:extLst>
              <a:ext uri="{FF2B5EF4-FFF2-40B4-BE49-F238E27FC236}">
                <a16:creationId xmlns:a16="http://schemas.microsoft.com/office/drawing/2014/main" id="{C43A62D0-D441-A453-4C04-EF95F0121EEB}"/>
              </a:ext>
            </a:extLst>
          </p:cNvPr>
          <p:cNvSpPr>
            <a:spLocks noGrp="1"/>
          </p:cNvSpPr>
          <p:nvPr>
            <p:ph type="body" sz="half" idx="2"/>
          </p:nvPr>
        </p:nvSpPr>
        <p:spPr>
          <a:xfrm>
            <a:off x="1154954" y="2389239"/>
            <a:ext cx="8825659" cy="3630561"/>
          </a:xfrm>
        </p:spPr>
        <p:txBody>
          <a:bodyPr/>
          <a:lstStyle/>
          <a:p>
            <a:r>
              <a:rPr lang="en-US" dirty="0"/>
              <a:t>The Smart Proximity Warning System for Deaf Drivers using the 8051 Microcontroller is a proposed assistive technology designed to improve obstacle awareness and road safety for drivers with hearing impairments. The system uses an ultrasonic sensor to detect nearby obstacles and a microcontroller to process sensor signals. Visual indicators, including green, yellow, and red LEDs, are intended to provide warnings based on the distance of an obstacle. This project demonstrates how embedded systems can be used to develop practical and affordable solutions for people with disabilities. With proper implementation and testing, the system could provide useful visual alerts and help drivers become more aware of nearby obstacles. Further improvements could include more accurate distance measurement, additional warning indicators, and real-world testing to improve reliability.</a:t>
            </a:r>
            <a:endParaRPr lang="en-IN" dirty="0"/>
          </a:p>
        </p:txBody>
      </p:sp>
    </p:spTree>
    <p:extLst>
      <p:ext uri="{BB962C8B-B14F-4D97-AF65-F5344CB8AC3E}">
        <p14:creationId xmlns:p14="http://schemas.microsoft.com/office/powerpoint/2010/main" val="15090052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28</TotalTime>
  <Words>607</Words>
  <Application>Microsoft Office PowerPoint</Application>
  <PresentationFormat>Widescreen</PresentationFormat>
  <Paragraphs>40</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Century Gothic</vt:lpstr>
      <vt:lpstr>Wingdings 3</vt:lpstr>
      <vt:lpstr>Ion</vt:lpstr>
      <vt:lpstr>SMART PROXIMITY  WARNING SYSTEM FOR DEAF DRIVERS</vt:lpstr>
      <vt:lpstr>INTRODUCTION</vt:lpstr>
      <vt:lpstr>OBJECTIVES</vt:lpstr>
      <vt:lpstr>PROPOSED SOLUTION</vt:lpstr>
      <vt:lpstr>PowerPoint Presentation</vt:lpstr>
      <vt:lpstr>EXPECTED OUTPUT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vinay reddy</dc:creator>
  <cp:lastModifiedBy>vinay reddy</cp:lastModifiedBy>
  <cp:revision>1</cp:revision>
  <dcterms:created xsi:type="dcterms:W3CDTF">2026-10-25T07:32:59Z</dcterms:created>
  <dcterms:modified xsi:type="dcterms:W3CDTF">2026-10-25T08:01:01Z</dcterms:modified>
</cp:coreProperties>
</file>